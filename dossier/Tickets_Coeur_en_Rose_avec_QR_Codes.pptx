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Poppins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YpnWfYS+k6Gljz3BtX+e3zAyP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4" Type="http://customschemas.google.com/relationships/presentationmetadata" Target="meta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Ticket Standard « Solidaire »</a:t>
            </a:r>
            <a:endParaRPr sz="13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FBF3EC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183880" y="777240"/>
            <a:ext cx="3520500" cy="5120700"/>
          </a:xfrm>
          <a:prstGeom prst="roundRect">
            <a:avLst>
              <a:gd name="adj" fmla="val 3117"/>
            </a:avLst>
          </a:prstGeom>
          <a:solidFill>
            <a:srgbClr val="F4C6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FBF3EC"/>
          </a:solidFill>
          <a:ln w="12700" cap="flat" cmpd="sng">
            <a:solidFill>
              <a:srgbClr val="FBF3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" name="Google Shape;20;p1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1" name="Google Shape;21;p1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1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Solidaire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TICKET INDIVIDUEL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Accès au dîner-gala et à l'animation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Accès à l'espace de sensibilisation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Un ruban à nouer à l'Arbre de l'Espoir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Participation à la minute de lumière rose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41C1C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Accès au photobooth de la soirée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SOLIDAIRE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241C1C"/>
                </a:solidFill>
                <a:latin typeface="Georgia"/>
                <a:ea typeface="Georgia"/>
                <a:cs typeface="Georgia"/>
                <a:sym typeface="Georgia"/>
              </a:rPr>
              <a:t>50 000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1 place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Places : 40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C1C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241C1C"/>
                </a:solidFill>
                <a:latin typeface="Poppins"/>
                <a:ea typeface="Poppins"/>
                <a:cs typeface="Poppins"/>
                <a:sym typeface="Poppins"/>
              </a:rPr>
              <a:t>CER-STD-2026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Picture 55" descr="qr_CER-STD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3063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2. Ticket VIP « Espoir 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1F3864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01F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1F38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" name="Google Shape;65;p2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" name="Google Shape;66;p2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2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Espoir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TICKET VIP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Placement en zone préférentielle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Cocktail de bienvenue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Kit invité offert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Carte-menu narrative « Du Doute à la Vie »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Accès prioritaire au photobooth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ESPOIR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100 000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1 place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25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CER-VIP-2026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Picture 100" descr="qr_CER-VIP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3063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3. Ticket Prestige « Cœur d'Or 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BF9000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8A6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BF9000"/>
          </a:solidFill>
          <a:ln w="12700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1" name="Google Shape;111;p3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217920" y="1005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217920" y="1005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ÉDITION PRESTIGE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d'Or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TICKET PRESTIGE · 15 PLACES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 1ᵉʳ rang face à la scène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Cocktail privé VIP avant le gala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Photo officielle avec marraines et autorités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Mention nominative à l'écran et au programme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Reçu-impact personnalisé + cadeau souvenir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CŒUR D'OR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150 000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1 place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CER-OR-2026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Picture 147" descr="qr_CER-OR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3063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4. Table Entreprise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C00000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7A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8" name="Google Shape;158;p4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4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Table Partenaire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PLACES VIP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places en zone VIP pour l'entreprise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Logo visible sur la table durant la soirée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Mention comme table partenaire au micro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Reçu-impact collectif au nom de l'entreprise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Photo officielle de groupe avec bannière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TABLE PARTENAIRE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1 600 000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8 places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CER-TBL-2026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Picture 192" descr="qr_CER-TBL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3063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300"/>
              <a:buFont typeface="Georgia"/>
              <a:buNone/>
            </a:pPr>
            <a:r>
              <a:rPr lang="en-US" sz="1300" b="0" i="0" u="none" strike="noStrike" cap="none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5. Marraine / Parrain d'Espoir (édition limitée)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57200" y="777240"/>
            <a:ext cx="7863840" cy="5120640"/>
          </a:xfrm>
          <a:prstGeom prst="roundRect">
            <a:avLst>
              <a:gd name="adj" fmla="val 2143"/>
            </a:avLst>
          </a:prstGeom>
          <a:solidFill>
            <a:srgbClr val="12100F"/>
          </a:solidFill>
          <a:ln>
            <a:noFill/>
          </a:ln>
          <a:effectLst>
            <a:outerShdw blurRad="228600" dist="76200" dir="5400000" algn="bl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8183880" y="777240"/>
            <a:ext cx="3520440" cy="5120640"/>
          </a:xfrm>
          <a:prstGeom prst="roundRect">
            <a:avLst>
              <a:gd name="adj" fmla="val 3117"/>
            </a:avLst>
          </a:prstGeom>
          <a:solidFill>
            <a:srgbClr val="1C18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8174736" y="886968"/>
            <a:ext cx="164592" cy="4901184"/>
          </a:xfrm>
          <a:prstGeom prst="rect">
            <a:avLst/>
          </a:prstGeom>
          <a:solidFill>
            <a:srgbClr val="12100F"/>
          </a:solidFill>
          <a:ln w="12700" cap="flat" cmpd="sng">
            <a:solidFill>
              <a:srgbClr val="1210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Google Shape;202;p5"/>
          <p:cNvCxnSpPr/>
          <p:nvPr/>
        </p:nvCxnSpPr>
        <p:spPr>
          <a:xfrm>
            <a:off x="8321040" y="777240"/>
            <a:ext cx="0" cy="5120640"/>
          </a:xfrm>
          <a:prstGeom prst="straightConnector1">
            <a:avLst/>
          </a:prstGeom>
          <a:noFill/>
          <a:ln w="19050" cap="flat" cmpd="sng">
            <a:solidFill>
              <a:srgbClr val="FFFFFF">
                <a:alpha val="70196"/>
              </a:srgbClr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03" name="Google Shape;203;p5"/>
          <p:cNvSpPr/>
          <p:nvPr/>
        </p:nvSpPr>
        <p:spPr>
          <a:xfrm>
            <a:off x="8193024" y="6492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8193024" y="57698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217920" y="1005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6217920" y="1005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ÉDITION LIMITÉE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5" descr="/home/claude/gala/pptx/ribbon_pin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051560"/>
            <a:ext cx="201168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/>
          <p:nvPr/>
        </p:nvSpPr>
        <p:spPr>
          <a:xfrm>
            <a:off x="1051560" y="996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Cœur en Rose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051560" y="1271016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GALA SOLIDAIRE · COTONOU · OCT.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77240" y="16459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3000"/>
              <a:buFont typeface="Georgia"/>
              <a:buNone/>
            </a:pPr>
            <a:r>
              <a:rPr lang="en-US" sz="30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Marraine / Parrain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77240" y="21671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TICKET D'HONNEUR · PLACES TRÈS LIMITÉES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77240" y="2606040"/>
            <a:ext cx="7223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Tous les avantages « Cœur d'Or »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Parrainage symbolique d'une femme bénéficiaire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Rapport de suivi personnalisé après l'événement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Nom associé au projet pendant toute l'année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F4E5B2"/>
              </a:buClr>
              <a:buSzPts val="1200"/>
              <a:buFont typeface="Poppins"/>
              <a:buChar char="—"/>
            </a:pPr>
            <a:r>
              <a:rPr lang="en-US" sz="12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Invitation prioritaire à l'édition suivante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77240" y="5486400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UN DON, UN EXAMEN, UNE VIE SAUVÉE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669280" y="5486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BILLET N° ______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8458200" y="1097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MARRAINE / PARRAIN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4E5B2"/>
                </a:solidFill>
                <a:latin typeface="Georgia"/>
                <a:ea typeface="Georgia"/>
                <a:cs typeface="Georgia"/>
                <a:sym typeface="Georgia"/>
              </a:rPr>
              <a:t>300 000–500 000 FCFA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845820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8458200" y="2560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Places : 4 à 5 max.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836676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E5B2"/>
              </a:buClr>
              <a:buSzPts val="800"/>
              <a:buFont typeface="Poppins"/>
              <a:buNone/>
            </a:pPr>
            <a:r>
              <a:rPr lang="en-US" sz="800" b="0" i="0" u="none" strike="noStrike" cap="none">
                <a:solidFill>
                  <a:srgbClr val="F4E5B2"/>
                </a:solidFill>
                <a:latin typeface="Poppins"/>
                <a:ea typeface="Poppins"/>
                <a:cs typeface="Poppins"/>
                <a:sym typeface="Poppins"/>
              </a:rPr>
              <a:t>CER-MP-2026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Picture 239" descr="qr_CER-MP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3063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5</Slides>
  <Notes>5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PptxGenJS</dc:creator>
  <cp:lastModifiedBy>Amour Priscille AGUIAR</cp:lastModifiedBy>
  <cp:revision>1</cp:revision>
  <dcterms:created xsi:type="dcterms:W3CDTF">2026-08-14T01:41:58Z</dcterms:created>
  <dcterms:modified xsi:type="dcterms:W3CDTF">2026-10-19T08:51:17Z</dcterms:modified>
</cp:coreProperties>
</file>