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embeddedFontLst>
    <p:embeddedFont>
      <p:font typeface="Poppins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iYpnWfYS+k6Gljz3BtX+e3zAyP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notesMaster" Target="notesMasters/notesMaster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4.fntdata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font" Target="fonts/font3.fntdata" /><Relationship Id="rId4" Type="http://schemas.openxmlformats.org/officeDocument/2006/relationships/slide" Target="slides/slide3.xml" /><Relationship Id="rId9" Type="http://schemas.openxmlformats.org/officeDocument/2006/relationships/font" Target="fonts/font2.fntdata" /><Relationship Id="rId14" Type="http://customschemas.google.com/relationships/presentationmetadata" Target="meta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5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300"/>
              <a:buFont typeface="Georgia"/>
              <a:buNone/>
            </a:pPr>
            <a:r>
              <a:rPr lang="en-US" sz="13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Ticket Standard « Solidaire »</a:t>
            </a:r>
            <a:endParaRPr sz="13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777240"/>
            <a:ext cx="7863840" cy="5120640"/>
          </a:xfrm>
          <a:prstGeom prst="roundRect">
            <a:avLst>
              <a:gd name="adj" fmla="val 2143"/>
            </a:avLst>
          </a:prstGeom>
          <a:solidFill>
            <a:srgbClr val="FBF3EC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183880" y="777240"/>
            <a:ext cx="3520500" cy="5120700"/>
          </a:xfrm>
          <a:prstGeom prst="roundRect">
            <a:avLst>
              <a:gd name="adj" fmla="val 3117"/>
            </a:avLst>
          </a:prstGeom>
          <a:solidFill>
            <a:srgbClr val="F4C6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174736" y="886968"/>
            <a:ext cx="164592" cy="4901184"/>
          </a:xfrm>
          <a:prstGeom prst="rect">
            <a:avLst/>
          </a:prstGeom>
          <a:solidFill>
            <a:srgbClr val="FBF3EC"/>
          </a:solidFill>
          <a:ln w="12700" cap="flat" cmpd="sng">
            <a:solidFill>
              <a:srgbClr val="FBF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" name="Google Shape;20;p1"/>
          <p:cNvCxnSpPr/>
          <p:nvPr/>
        </p:nvCxnSpPr>
        <p:spPr>
          <a:xfrm>
            <a:off x="8321040" y="777240"/>
            <a:ext cx="0" cy="5120640"/>
          </a:xfrm>
          <a:prstGeom prst="straightConnector1">
            <a:avLst/>
          </a:prstGeom>
          <a:noFill/>
          <a:ln w="19050" cap="flat" cmpd="sng">
            <a:solidFill>
              <a:srgbClr val="FFFFFF">
                <a:alpha val="70196"/>
              </a:srgbClr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1" name="Google Shape;21;p1"/>
          <p:cNvSpPr/>
          <p:nvPr/>
        </p:nvSpPr>
        <p:spPr>
          <a:xfrm>
            <a:off x="8193024" y="64922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8193024" y="576986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1" descr="/home/claude/gala/pptx/ribbon_pin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1051560"/>
            <a:ext cx="201168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/>
          <p:nvPr/>
        </p:nvSpPr>
        <p:spPr>
          <a:xfrm>
            <a:off x="1051560" y="9966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1400"/>
              <a:buFont typeface="Georgia"/>
              <a:buNone/>
            </a:pPr>
            <a:r>
              <a:rPr lang="en-US" sz="1400" b="0" i="1" u="none" strike="noStrike" cap="none">
                <a:solidFill>
                  <a:srgbClr val="241C1C"/>
                </a:solidFill>
                <a:latin typeface="Georgia"/>
                <a:ea typeface="Georgia"/>
                <a:cs typeface="Georgia"/>
                <a:sym typeface="Georgia"/>
              </a:rPr>
              <a:t>Cœur en Rose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051560" y="1271016"/>
            <a:ext cx="6949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GALA SOLIDAIRE · COTONOU · OCT.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77240" y="1645920"/>
            <a:ext cx="7223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3000"/>
              <a:buFont typeface="Georgia"/>
              <a:buNone/>
            </a:pPr>
            <a:r>
              <a:rPr lang="en-US" sz="3000" b="0" i="1" u="none" strike="noStrike" cap="none">
                <a:solidFill>
                  <a:srgbClr val="241C1C"/>
                </a:solidFill>
                <a:latin typeface="Georgia"/>
                <a:ea typeface="Georgia"/>
                <a:cs typeface="Georgia"/>
                <a:sym typeface="Georgia"/>
              </a:rPr>
              <a:t>Solidaire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77240" y="2167128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1000"/>
              <a:buFont typeface="Poppins"/>
              <a:buNone/>
            </a:pPr>
            <a:r>
              <a:rPr lang="en-US" sz="10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TICKET INDIVIDUEL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77240" y="2606040"/>
            <a:ext cx="72237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Accès au dîner-gala et à l'animation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41C1C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Accès à l'espace de sensibilisation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41C1C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Un ruban à nouer à l'Arbre de l'Espoir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41C1C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Participation à la minute de lumière rose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41C1C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Accès au photobooth de la soirée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777240" y="5486400"/>
            <a:ext cx="5111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UN DON, UN EXAMEN, UNE VIE SAUVÉE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669280" y="548640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BILLET N° ______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8458200" y="10972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1100"/>
              <a:buFont typeface="Georgia"/>
              <a:buNone/>
            </a:pPr>
            <a:r>
              <a:rPr lang="en-US" sz="1100" b="0" i="1" u="none" strike="noStrike" cap="none">
                <a:solidFill>
                  <a:srgbClr val="241C1C"/>
                </a:solidFill>
                <a:latin typeface="Georgia"/>
                <a:ea typeface="Georgia"/>
                <a:cs typeface="Georgia"/>
                <a:sym typeface="Georgia"/>
              </a:rPr>
              <a:t>SOLIDAIRE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458200" y="16916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241C1C"/>
                </a:solidFill>
                <a:latin typeface="Georgia"/>
                <a:ea typeface="Georgia"/>
                <a:cs typeface="Georgia"/>
                <a:sym typeface="Georgia"/>
              </a:rPr>
              <a:t>50 000 FCFA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8458200" y="21945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900"/>
              <a:buFont typeface="Poppins"/>
              <a:buNone/>
            </a:pPr>
            <a:r>
              <a:rPr lang="en-US" sz="9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1 place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8458200" y="2560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1000"/>
              <a:buFont typeface="Poppins"/>
              <a:buNone/>
            </a:pPr>
            <a:r>
              <a:rPr lang="en-US" sz="1000" b="1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Places : 40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9578340" y="306324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9651492" y="3136392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9651492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9820656" y="3136392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10158984" y="3136392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10158984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10328148" y="3136392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9651492" y="3643884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9651492" y="3813048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9820656" y="3813048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10328148" y="3643884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10328148" y="3813048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10158984" y="3813048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9989820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"/>
          <p:cNvSpPr/>
          <p:nvPr/>
        </p:nvSpPr>
        <p:spPr>
          <a:xfrm>
            <a:off x="9989820" y="3643884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9820656" y="3474720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"/>
          <p:cNvSpPr/>
          <p:nvPr/>
        </p:nvSpPr>
        <p:spPr>
          <a:xfrm>
            <a:off x="10158984" y="3474720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9989820" y="3474720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"/>
          <p:cNvSpPr/>
          <p:nvPr/>
        </p:nvSpPr>
        <p:spPr>
          <a:xfrm>
            <a:off x="9820656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10158984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8366760" y="42062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CER-STD-2026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300"/>
              <a:buFont typeface="Georgia"/>
              <a:buNone/>
            </a:pPr>
            <a:r>
              <a:rPr lang="en-US" sz="1300" b="0" i="0" u="none" strike="noStrike" cap="none">
                <a:solidFill>
                  <a:srgbClr val="8A8078"/>
                </a:solidFill>
                <a:latin typeface="Georgia"/>
                <a:ea typeface="Georgia"/>
                <a:cs typeface="Georgia"/>
                <a:sym typeface="Georgia"/>
              </a:rPr>
              <a:t>2. Ticket VIP « Espoir »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57200" y="777240"/>
            <a:ext cx="7863840" cy="5120640"/>
          </a:xfrm>
          <a:prstGeom prst="roundRect">
            <a:avLst>
              <a:gd name="adj" fmla="val 2143"/>
            </a:avLst>
          </a:prstGeom>
          <a:solidFill>
            <a:srgbClr val="1F3864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8183880" y="777240"/>
            <a:ext cx="3520440" cy="5120640"/>
          </a:xfrm>
          <a:prstGeom prst="roundRect">
            <a:avLst>
              <a:gd name="adj" fmla="val 3117"/>
            </a:avLst>
          </a:prstGeom>
          <a:solidFill>
            <a:srgbClr val="101F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8174736" y="886968"/>
            <a:ext cx="164592" cy="4901184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rgbClr val="1F38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" name="Google Shape;65;p2"/>
          <p:cNvCxnSpPr/>
          <p:nvPr/>
        </p:nvCxnSpPr>
        <p:spPr>
          <a:xfrm>
            <a:off x="8321040" y="777240"/>
            <a:ext cx="0" cy="5120640"/>
          </a:xfrm>
          <a:prstGeom prst="straightConnector1">
            <a:avLst/>
          </a:prstGeom>
          <a:noFill/>
          <a:ln w="19050" cap="flat" cmpd="sng">
            <a:solidFill>
              <a:srgbClr val="FFFFFF">
                <a:alpha val="70196"/>
              </a:srgbClr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6" name="Google Shape;66;p2"/>
          <p:cNvSpPr/>
          <p:nvPr/>
        </p:nvSpPr>
        <p:spPr>
          <a:xfrm>
            <a:off x="8193024" y="64922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8193024" y="576986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2" descr="/home/claude/gala/pptx/ribbon_pin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1051560"/>
            <a:ext cx="201168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/>
          <p:nvPr/>
        </p:nvSpPr>
        <p:spPr>
          <a:xfrm>
            <a:off x="1051560" y="9966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1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Cœur en Rose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051560" y="1271016"/>
            <a:ext cx="6949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GALA SOLIDAIRE · COTONOU · OCT.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77240" y="1645920"/>
            <a:ext cx="7223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0" i="1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Espoir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777240" y="2167128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oppin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TICKET VIP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77240" y="2606040"/>
            <a:ext cx="72237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Placement en zone préférentielle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Cocktail de bienvenue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Kit invité offert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Carte-menu narrative « Du Doute à la Vie »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Accès prioritaire au photobooth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777240" y="5486400"/>
            <a:ext cx="5111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DON, UN EXAMEN, UNE VIE SAUVÉE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669280" y="548640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BILLET N° ______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8458200" y="10972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100"/>
              <a:buFont typeface="Georgia"/>
              <a:buNone/>
            </a:pPr>
            <a:r>
              <a:rPr lang="en-US" sz="1100" b="0" i="1" u="none" strike="noStrike" cap="none">
                <a:solidFill>
                  <a:srgbClr val="F4E5B2"/>
                </a:solidFill>
                <a:latin typeface="Georgia"/>
                <a:ea typeface="Georgia"/>
                <a:cs typeface="Georgia"/>
                <a:sym typeface="Georgia"/>
              </a:rPr>
              <a:t>ESPOIR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8458200" y="16916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4E5B2"/>
                </a:solidFill>
                <a:latin typeface="Georgia"/>
                <a:ea typeface="Georgia"/>
                <a:cs typeface="Georgia"/>
                <a:sym typeface="Georgia"/>
              </a:rPr>
              <a:t>100 000 FCFA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8458200" y="21945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900"/>
              <a:buFont typeface="Poppins"/>
              <a:buNone/>
            </a:pPr>
            <a:r>
              <a:rPr lang="en-US" sz="9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1 place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8458200" y="2560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000"/>
              <a:buFont typeface="Poppins"/>
              <a:buNone/>
            </a:pPr>
            <a:r>
              <a:rPr lang="en-US" sz="1000" b="1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Places : 25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9578340" y="306324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9651492" y="3136392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9651492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9820656" y="3136392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10158984" y="3136392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10158984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10328148" y="3136392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9651492" y="3643884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9651492" y="3813048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9820656" y="3813048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10328148" y="3643884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10328148" y="3813048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10158984" y="3813048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9989820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9989820" y="3643884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9820656" y="3474720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10158984" y="3474720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9989820" y="3474720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9820656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10158984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8366760" y="42062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CER-VIP-2026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300"/>
              <a:buFont typeface="Georgia"/>
              <a:buNone/>
            </a:pPr>
            <a:r>
              <a:rPr lang="en-US" sz="1300" b="0" i="0" u="none" strike="noStrike" cap="none">
                <a:solidFill>
                  <a:srgbClr val="8A8078"/>
                </a:solidFill>
                <a:latin typeface="Georgia"/>
                <a:ea typeface="Georgia"/>
                <a:cs typeface="Georgia"/>
                <a:sym typeface="Georgia"/>
              </a:rPr>
              <a:t>3. Ticket Prestige « Cœur d'Or »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57200" y="777240"/>
            <a:ext cx="7863840" cy="5120640"/>
          </a:xfrm>
          <a:prstGeom prst="roundRect">
            <a:avLst>
              <a:gd name="adj" fmla="val 2143"/>
            </a:avLst>
          </a:prstGeom>
          <a:solidFill>
            <a:srgbClr val="BF9000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8183880" y="777240"/>
            <a:ext cx="3520440" cy="5120640"/>
          </a:xfrm>
          <a:prstGeom prst="roundRect">
            <a:avLst>
              <a:gd name="adj" fmla="val 3117"/>
            </a:avLst>
          </a:prstGeom>
          <a:solidFill>
            <a:srgbClr val="8A6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8174736" y="886968"/>
            <a:ext cx="164592" cy="4901184"/>
          </a:xfrm>
          <a:prstGeom prst="rect">
            <a:avLst/>
          </a:prstGeom>
          <a:solidFill>
            <a:srgbClr val="BF9000"/>
          </a:solidFill>
          <a:ln w="1270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0" name="Google Shape;110;p3"/>
          <p:cNvCxnSpPr/>
          <p:nvPr/>
        </p:nvCxnSpPr>
        <p:spPr>
          <a:xfrm>
            <a:off x="8321040" y="777240"/>
            <a:ext cx="0" cy="5120640"/>
          </a:xfrm>
          <a:prstGeom prst="straightConnector1">
            <a:avLst/>
          </a:prstGeom>
          <a:noFill/>
          <a:ln w="19050" cap="flat" cmpd="sng">
            <a:solidFill>
              <a:srgbClr val="FFFFFF">
                <a:alpha val="70196"/>
              </a:srgbClr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11" name="Google Shape;111;p3"/>
          <p:cNvSpPr/>
          <p:nvPr/>
        </p:nvSpPr>
        <p:spPr>
          <a:xfrm>
            <a:off x="8193024" y="64922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8193024" y="576986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6217920" y="100584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6217920" y="10058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ÉDITION PRESTIGE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3" descr="/home/claude/gala/pptx/ribbon_pin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1051560"/>
            <a:ext cx="201168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1051560" y="9966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1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Cœur en Rose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1051560" y="1271016"/>
            <a:ext cx="6949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GALA SOLIDAIRE · COTONOU · OCT.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777240" y="1645920"/>
            <a:ext cx="7223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0" i="1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Cœur d'Or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777240" y="2167128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oppin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TICKET PRESTIGE · 15 PLACES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777240" y="2606040"/>
            <a:ext cx="72237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Table 1ᵉʳ rang face à la scène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Cocktail privé VIP avant le gala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Photo officielle avec marraines et autorités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Mention nominative à l'écran et au programme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Reçu-impact personnalisé + cadeau souvenir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777240" y="5486400"/>
            <a:ext cx="5111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DON, UN EXAMEN, UNE VIE SAUVÉE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5669280" y="548640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BILLET N° ______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8458200" y="10972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100"/>
              <a:buFont typeface="Georgia"/>
              <a:buNone/>
            </a:pPr>
            <a:r>
              <a:rPr lang="en-US" sz="1100" b="0" i="1" u="none" strike="noStrike" cap="none">
                <a:solidFill>
                  <a:srgbClr val="F4E5B2"/>
                </a:solidFill>
                <a:latin typeface="Georgia"/>
                <a:ea typeface="Georgia"/>
                <a:cs typeface="Georgia"/>
                <a:sym typeface="Georgia"/>
              </a:rPr>
              <a:t>CŒUR D'OR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8458200" y="16916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4E5B2"/>
                </a:solidFill>
                <a:latin typeface="Georgia"/>
                <a:ea typeface="Georgia"/>
                <a:cs typeface="Georgia"/>
                <a:sym typeface="Georgia"/>
              </a:rPr>
              <a:t>150 000 FCFA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8458200" y="21945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900"/>
              <a:buFont typeface="Poppins"/>
              <a:buNone/>
            </a:pPr>
            <a:r>
              <a:rPr lang="en-US" sz="9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1 place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8458200" y="2560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000"/>
              <a:buFont typeface="Poppins"/>
              <a:buNone/>
            </a:pPr>
            <a:r>
              <a:rPr lang="en-US" sz="1000" b="1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Places : 15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9578340" y="306324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9651492" y="3136392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9651492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9820656" y="3136392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10158984" y="3136392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10158984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10328148" y="3136392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9651492" y="3643884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9651492" y="3813048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9820656" y="3813048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10328148" y="3643884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10328148" y="3813048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10158984" y="3813048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9989820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9989820" y="3643884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9820656" y="3474720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10158984" y="3474720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9989820" y="3474720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9820656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10158984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8366760" y="42062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CER-OR-2026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"/>
          <p:cNvSpPr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300"/>
              <a:buFont typeface="Georgia"/>
              <a:buNone/>
            </a:pPr>
            <a:r>
              <a:rPr lang="en-US" sz="1300" b="0" i="0" u="none" strike="noStrike" cap="none">
                <a:solidFill>
                  <a:srgbClr val="8A8078"/>
                </a:solidFill>
                <a:latin typeface="Georgia"/>
                <a:ea typeface="Georgia"/>
                <a:cs typeface="Georgia"/>
                <a:sym typeface="Georgia"/>
              </a:rPr>
              <a:t>4. Table Entreprise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457200" y="777240"/>
            <a:ext cx="7863840" cy="5120640"/>
          </a:xfrm>
          <a:prstGeom prst="roundRect">
            <a:avLst>
              <a:gd name="adj" fmla="val 2143"/>
            </a:avLst>
          </a:prstGeom>
          <a:solidFill>
            <a:srgbClr val="C00000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8183880" y="777240"/>
            <a:ext cx="3520440" cy="5120640"/>
          </a:xfrm>
          <a:prstGeom prst="roundRect">
            <a:avLst>
              <a:gd name="adj" fmla="val 3117"/>
            </a:avLst>
          </a:prstGeom>
          <a:solidFill>
            <a:srgbClr val="7A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8174736" y="886968"/>
            <a:ext cx="164592" cy="4901184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7" name="Google Shape;157;p4"/>
          <p:cNvCxnSpPr/>
          <p:nvPr/>
        </p:nvCxnSpPr>
        <p:spPr>
          <a:xfrm>
            <a:off x="8321040" y="777240"/>
            <a:ext cx="0" cy="5120640"/>
          </a:xfrm>
          <a:prstGeom prst="straightConnector1">
            <a:avLst/>
          </a:prstGeom>
          <a:noFill/>
          <a:ln w="19050" cap="flat" cmpd="sng">
            <a:solidFill>
              <a:srgbClr val="FFFFFF">
                <a:alpha val="70196"/>
              </a:srgbClr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58" name="Google Shape;158;p4"/>
          <p:cNvSpPr/>
          <p:nvPr/>
        </p:nvSpPr>
        <p:spPr>
          <a:xfrm>
            <a:off x="8193024" y="64922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8193024" y="576986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" name="Google Shape;160;p4" descr="/home/claude/gala/pptx/ribbon_pin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1051560"/>
            <a:ext cx="201168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"/>
          <p:cNvSpPr/>
          <p:nvPr/>
        </p:nvSpPr>
        <p:spPr>
          <a:xfrm>
            <a:off x="1051560" y="9966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1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Cœur en Rose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1051560" y="1271016"/>
            <a:ext cx="6949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GALA SOLIDAIRE · COTONOU · OCT.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777240" y="1645920"/>
            <a:ext cx="7223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0" i="1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Table Partenaire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777240" y="2167128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oppin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 PLACES VIP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777240" y="2606040"/>
            <a:ext cx="72237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 places en zone VIP pour l'entreprise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Logo visible sur la table durant la soirée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Mention comme table partenaire au micro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Reçu-impact collectif au nom de l'entreprise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Photo officielle de groupe avec bannière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777240" y="5486400"/>
            <a:ext cx="5111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DON, UN EXAMEN, UNE VIE SAUVÉE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5669280" y="548640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BILLET N° ______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8458200" y="10972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100"/>
              <a:buFont typeface="Georgia"/>
              <a:buNone/>
            </a:pPr>
            <a:r>
              <a:rPr lang="en-US" sz="1100" b="0" i="1" u="none" strike="noStrike" cap="none">
                <a:solidFill>
                  <a:srgbClr val="F4E5B2"/>
                </a:solidFill>
                <a:latin typeface="Georgia"/>
                <a:ea typeface="Georgia"/>
                <a:cs typeface="Georgia"/>
                <a:sym typeface="Georgia"/>
              </a:rPr>
              <a:t>TABLE PARTENAIRE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8458200" y="16916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4E5B2"/>
                </a:solidFill>
                <a:latin typeface="Georgia"/>
                <a:ea typeface="Georgia"/>
                <a:cs typeface="Georgia"/>
                <a:sym typeface="Georgia"/>
              </a:rPr>
              <a:t>1 600 000 FCFA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8458200" y="21945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900"/>
              <a:buFont typeface="Poppins"/>
              <a:buNone/>
            </a:pPr>
            <a:r>
              <a:rPr lang="en-US" sz="9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8 places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8458200" y="2560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000"/>
              <a:buFont typeface="Poppins"/>
              <a:buNone/>
            </a:pPr>
            <a:r>
              <a:rPr lang="en-US" sz="1000" b="1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Places : 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9578340" y="306324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9651492" y="3136392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9651492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9820656" y="3136392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10158984" y="3136392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10158984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10328148" y="3136392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9651492" y="3643884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9651492" y="3813048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9820656" y="3813048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10328148" y="3643884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10328148" y="3813048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10158984" y="3813048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9989820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9989820" y="3643884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9820656" y="3474720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10158984" y="3474720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9989820" y="3474720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9820656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10158984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8366760" y="42062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CER-TBL-2026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300"/>
              <a:buFont typeface="Georgia"/>
              <a:buNone/>
            </a:pPr>
            <a:r>
              <a:rPr lang="en-US" sz="1300" b="0" i="0" u="none" strike="noStrike" cap="none">
                <a:solidFill>
                  <a:srgbClr val="8A8078"/>
                </a:solidFill>
                <a:latin typeface="Georgia"/>
                <a:ea typeface="Georgia"/>
                <a:cs typeface="Georgia"/>
                <a:sym typeface="Georgia"/>
              </a:rPr>
              <a:t>5. Marraine / Parrain d'Espoir (édition limitée)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457200" y="777240"/>
            <a:ext cx="7863840" cy="5120640"/>
          </a:xfrm>
          <a:prstGeom prst="roundRect">
            <a:avLst>
              <a:gd name="adj" fmla="val 2143"/>
            </a:avLst>
          </a:prstGeom>
          <a:solidFill>
            <a:srgbClr val="12100F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8183880" y="777240"/>
            <a:ext cx="3520440" cy="5120640"/>
          </a:xfrm>
          <a:prstGeom prst="roundRect">
            <a:avLst>
              <a:gd name="adj" fmla="val 3117"/>
            </a:avLst>
          </a:prstGeom>
          <a:solidFill>
            <a:srgbClr val="1C18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8174736" y="886968"/>
            <a:ext cx="164592" cy="4901184"/>
          </a:xfrm>
          <a:prstGeom prst="rect">
            <a:avLst/>
          </a:prstGeom>
          <a:solidFill>
            <a:srgbClr val="12100F"/>
          </a:solidFill>
          <a:ln w="12700" cap="flat" cmpd="sng">
            <a:solidFill>
              <a:srgbClr val="1210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2" name="Google Shape;202;p5"/>
          <p:cNvCxnSpPr/>
          <p:nvPr/>
        </p:nvCxnSpPr>
        <p:spPr>
          <a:xfrm>
            <a:off x="8321040" y="777240"/>
            <a:ext cx="0" cy="5120640"/>
          </a:xfrm>
          <a:prstGeom prst="straightConnector1">
            <a:avLst/>
          </a:prstGeom>
          <a:noFill/>
          <a:ln w="19050" cap="flat" cmpd="sng">
            <a:solidFill>
              <a:srgbClr val="FFFFFF">
                <a:alpha val="70196"/>
              </a:srgbClr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03" name="Google Shape;203;p5"/>
          <p:cNvSpPr/>
          <p:nvPr/>
        </p:nvSpPr>
        <p:spPr>
          <a:xfrm>
            <a:off x="8193024" y="64922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8193024" y="576986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6217920" y="100584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6217920" y="10058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900"/>
              <a:buFont typeface="Poppins"/>
              <a:buNone/>
            </a:pPr>
            <a:r>
              <a:rPr lang="en-US" sz="9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ÉDITION LIMITÉE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5" descr="/home/claude/gala/pptx/ribbon_pin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1051560"/>
            <a:ext cx="201168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5"/>
          <p:cNvSpPr/>
          <p:nvPr/>
        </p:nvSpPr>
        <p:spPr>
          <a:xfrm>
            <a:off x="1051560" y="9966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400"/>
              <a:buFont typeface="Georgia"/>
              <a:buNone/>
            </a:pPr>
            <a:r>
              <a:rPr lang="en-US" sz="1400" b="0" i="1" u="none" strike="noStrike" cap="none">
                <a:solidFill>
                  <a:srgbClr val="F4E5B2"/>
                </a:solidFill>
                <a:latin typeface="Georgia"/>
                <a:ea typeface="Georgia"/>
                <a:cs typeface="Georgia"/>
                <a:sym typeface="Georgia"/>
              </a:rPr>
              <a:t>Cœur en Rose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1051560" y="1271016"/>
            <a:ext cx="6949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GALA SOLIDAIRE · COTONOU · OCT.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777240" y="1645920"/>
            <a:ext cx="7223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3000"/>
              <a:buFont typeface="Georgia"/>
              <a:buNone/>
            </a:pPr>
            <a:r>
              <a:rPr lang="en-US" sz="3000" b="0" i="1" u="none" strike="noStrike" cap="none">
                <a:solidFill>
                  <a:srgbClr val="F4E5B2"/>
                </a:solidFill>
                <a:latin typeface="Georgia"/>
                <a:ea typeface="Georgia"/>
                <a:cs typeface="Georgia"/>
                <a:sym typeface="Georgia"/>
              </a:rPr>
              <a:t>Marraine / Parrain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777240" y="2167128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000"/>
              <a:buFont typeface="Poppins"/>
              <a:buNone/>
            </a:pPr>
            <a:r>
              <a:rPr lang="en-US" sz="10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TICKET D'HONNEUR · PLACES TRÈS LIMITÉES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777240" y="2606040"/>
            <a:ext cx="72237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Tous les avantages « Cœur d'Or »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4E5B2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Parrainage symbolique d'une femme bénéficiaire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4E5B2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Rapport de suivi personnalisé après l'événement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4E5B2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Nom associé au projet pendant toute l'année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4E5B2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Invitation prioritaire à l'édition suivante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777240" y="5486400"/>
            <a:ext cx="5111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UN DON, UN EXAMEN, UNE VIE SAUVÉE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5669280" y="548640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BILLET N° ______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8458200" y="10972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100"/>
              <a:buFont typeface="Georgia"/>
              <a:buNone/>
            </a:pPr>
            <a:r>
              <a:rPr lang="en-US" sz="1100" b="0" i="1" u="none" strike="noStrike" cap="none">
                <a:solidFill>
                  <a:srgbClr val="F4E5B2"/>
                </a:solidFill>
                <a:latin typeface="Georgia"/>
                <a:ea typeface="Georgia"/>
                <a:cs typeface="Georgia"/>
                <a:sym typeface="Georgia"/>
              </a:rPr>
              <a:t>MARRAINE / PARRAIN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8458200" y="16916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4E5B2"/>
                </a:solidFill>
                <a:latin typeface="Georgia"/>
                <a:ea typeface="Georgia"/>
                <a:cs typeface="Georgia"/>
                <a:sym typeface="Georgia"/>
              </a:rPr>
              <a:t>300 000–500 000 FCFA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8458200" y="21945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8458200" y="2560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000"/>
              <a:buFont typeface="Poppins"/>
              <a:buNone/>
            </a:pPr>
            <a:r>
              <a:rPr lang="en-US" sz="1000" b="1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Places : 4 à 5 max.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9578340" y="306324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9651492" y="3136392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9651492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9820656" y="3136392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10158984" y="3136392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10158984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10328148" y="3136392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9651492" y="3643884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5"/>
          <p:cNvSpPr/>
          <p:nvPr/>
        </p:nvSpPr>
        <p:spPr>
          <a:xfrm>
            <a:off x="9651492" y="3813048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9820656" y="3813048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10328148" y="3643884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10328148" y="3813048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5"/>
          <p:cNvSpPr/>
          <p:nvPr/>
        </p:nvSpPr>
        <p:spPr>
          <a:xfrm>
            <a:off x="10158984" y="3813048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9989820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9989820" y="3643884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9820656" y="3474720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5"/>
          <p:cNvSpPr/>
          <p:nvPr/>
        </p:nvSpPr>
        <p:spPr>
          <a:xfrm>
            <a:off x="10158984" y="3474720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9989820" y="3474720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9820656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10158984" y="3305556"/>
            <a:ext cx="146304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5"/>
          <p:cNvSpPr/>
          <p:nvPr/>
        </p:nvSpPr>
        <p:spPr>
          <a:xfrm>
            <a:off x="8366760" y="42062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CER-MP-2026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5</Slides>
  <Notes>5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PptxGenJS</dc:creator>
  <cp:lastModifiedBy>Amour Priscille AGUIAR</cp:lastModifiedBy>
  <cp:revision>1</cp:revision>
  <dcterms:created xsi:type="dcterms:W3CDTF">2026-08-14T01:41:58Z</dcterms:created>
  <dcterms:modified xsi:type="dcterms:W3CDTF">2026-10-19T08:51:17Z</dcterms:modified>
</cp:coreProperties>
</file>