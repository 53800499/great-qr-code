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5321300" cy="3771900"/>
  <p:notesSz cx="6858000" cy="9144000"/>
  <p:embeddedFontLst>
    <p:embeddedFont>
      <p:font typeface="Adam Script Bold" charset="1" panose="00000800000000000000"/>
      <p:regular r:id="rId11"/>
    </p:embeddedFont>
    <p:embeddedFont>
      <p:font typeface="Adam Script" charset="1" panose="00000500000000000000"/>
      <p:regular r:id="rId12"/>
    </p:embeddedFont>
    <p:embeddedFont>
      <p:font typeface="Halimum" charset="1" panose="00000000000000000000"/>
      <p:regular r:id="rId13"/>
    </p:embeddedFont>
    <p:embeddedFont>
      <p:font typeface="Kingred Youth" charset="1" panose="00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FF1D9D">
                <a:alpha val="100000"/>
              </a:srgbClr>
            </a:gs>
            <a:gs pos="100000">
              <a:srgbClr val="FFEFD2">
                <a:alpha val="100000"/>
              </a:srgbClr>
            </a:gs>
          </a:gsLst>
          <a:lin ang="18900000"/>
        </a:gradFill>
      </p:bgPr>
    </p:bg>
    <p:spTree>
      <p:nvGrpSpPr>
        <p:cNvPr id="1" name=""/>
        <p:cNvGrpSpPr/>
        <p:nvPr/>
      </p:nvGrpSpPr>
      <p:grpSpPr>
        <a:xfrm>
          <a:off x="0" y="0"/>
          <a:ext cx="0" cy="0"/>
          <a:chOff x="0" y="0"/>
          <a:chExt cx="0" cy="0"/>
        </a:xfrm>
      </p:grpSpPr>
      <p:sp>
        <p:nvSpPr>
          <p:cNvPr name="TextBox 2" id="2"/>
          <p:cNvSpPr txBox="true"/>
          <p:nvPr/>
        </p:nvSpPr>
        <p:spPr>
          <a:xfrm rot="0">
            <a:off x="0" y="1187057"/>
            <a:ext cx="5328000" cy="1137882"/>
          </a:xfrm>
          <a:prstGeom prst="rect">
            <a:avLst/>
          </a:prstGeom>
        </p:spPr>
        <p:txBody>
          <a:bodyPr anchor="t" rtlCol="false" tIns="0" lIns="0" bIns="0" rIns="0">
            <a:spAutoFit/>
          </a:bodyPr>
          <a:lstStyle/>
          <a:p>
            <a:pPr algn="ctr">
              <a:lnSpc>
                <a:spcPts val="1861"/>
              </a:lnSpc>
            </a:pPr>
            <a:r>
              <a:rPr lang="en-US" sz="1329" b="true">
                <a:solidFill>
                  <a:srgbClr val="000000"/>
                </a:solidFill>
                <a:latin typeface="Adam Script Bold"/>
                <a:ea typeface="Adam Script Bold"/>
                <a:cs typeface="Adam Script Bold"/>
                <a:sym typeface="Adam Script Bold"/>
              </a:rPr>
              <a:t> </a:t>
            </a:r>
            <a:r>
              <a:rPr lang="en-US" sz="1329">
                <a:solidFill>
                  <a:srgbClr val="000000"/>
                </a:solidFill>
                <a:latin typeface="Adam Script"/>
                <a:ea typeface="Adam Script"/>
                <a:cs typeface="Adam Script"/>
                <a:sym typeface="Adam Script"/>
              </a:rPr>
              <a:t>Merci de faire partie de cette belle chaîne de solidarité. Par votre présence, vous donnez de la force et de l’espoir à toutes celles qui se battent contre le cancer du sein. Ensemble, nous sommes plus forts. Votre ticket solidaire est le premier maillon de cette chaîne: sans lui, rien ne serait possible. Merci de lancer l’élan.</a:t>
            </a:r>
          </a:p>
        </p:txBody>
      </p:sp>
      <p:sp>
        <p:nvSpPr>
          <p:cNvPr name="TextBox 3" id="3"/>
          <p:cNvSpPr txBox="true"/>
          <p:nvPr/>
        </p:nvSpPr>
        <p:spPr>
          <a:xfrm rot="0">
            <a:off x="2520062" y="2844242"/>
            <a:ext cx="2319548" cy="198170"/>
          </a:xfrm>
          <a:prstGeom prst="rect">
            <a:avLst/>
          </a:prstGeom>
        </p:spPr>
        <p:txBody>
          <a:bodyPr anchor="t" rtlCol="false" tIns="0" lIns="0" bIns="0" rIns="0">
            <a:spAutoFit/>
          </a:bodyPr>
          <a:lstStyle/>
          <a:p>
            <a:pPr algn="ctr">
              <a:lnSpc>
                <a:spcPts val="1679"/>
              </a:lnSpc>
            </a:pPr>
            <a:r>
              <a:rPr lang="en-US" sz="1200">
                <a:solidFill>
                  <a:srgbClr val="000000"/>
                </a:solidFill>
                <a:latin typeface="Halimum"/>
                <a:ea typeface="Halimum"/>
                <a:cs typeface="Halimum"/>
                <a:sym typeface="Halimum"/>
              </a:rPr>
              <a:t>Reprod’Action Santé</a:t>
            </a:r>
          </a:p>
        </p:txBody>
      </p:sp>
      <p:sp>
        <p:nvSpPr>
          <p:cNvPr name="TextBox 4" id="4"/>
          <p:cNvSpPr txBox="true"/>
          <p:nvPr/>
        </p:nvSpPr>
        <p:spPr>
          <a:xfrm rot="0">
            <a:off x="1648164" y="395561"/>
            <a:ext cx="2031672" cy="281718"/>
          </a:xfrm>
          <a:prstGeom prst="rect">
            <a:avLst/>
          </a:prstGeom>
        </p:spPr>
        <p:txBody>
          <a:bodyPr anchor="t" rtlCol="false" tIns="0" lIns="0" bIns="0" rIns="0">
            <a:spAutoFit/>
          </a:bodyPr>
          <a:lstStyle/>
          <a:p>
            <a:pPr algn="ctr">
              <a:lnSpc>
                <a:spcPts val="2323"/>
              </a:lnSpc>
              <a:spcBef>
                <a:spcPct val="0"/>
              </a:spcBef>
            </a:pPr>
            <a:r>
              <a:rPr lang="en-US" sz="1659" spc="116" u="sng">
                <a:solidFill>
                  <a:srgbClr val="000000"/>
                </a:solidFill>
                <a:latin typeface="Kingred Youth"/>
                <a:ea typeface="Kingred Youth"/>
                <a:cs typeface="Kingred Youth"/>
                <a:sym typeface="Kingred Youth"/>
              </a:rPr>
              <a:t>Ticket Solidaire</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2288533" y="2780631"/>
            <a:ext cx="2661467" cy="198170"/>
          </a:xfrm>
          <a:prstGeom prst="rect">
            <a:avLst/>
          </a:prstGeom>
        </p:spPr>
        <p:txBody>
          <a:bodyPr anchor="t" rtlCol="false" tIns="0" lIns="0" bIns="0" rIns="0">
            <a:spAutoFit/>
          </a:bodyPr>
          <a:lstStyle/>
          <a:p>
            <a:pPr algn="ctr">
              <a:lnSpc>
                <a:spcPts val="1679"/>
              </a:lnSpc>
              <a:spcBef>
                <a:spcPct val="0"/>
              </a:spcBef>
            </a:pPr>
            <a:r>
              <a:rPr lang="en-US" sz="1200" spc="84">
                <a:solidFill>
                  <a:srgbClr val="FFFFFF"/>
                </a:solidFill>
                <a:latin typeface="Halimum"/>
                <a:ea typeface="Halimum"/>
                <a:cs typeface="Halimum"/>
                <a:sym typeface="Halimum"/>
              </a:rPr>
              <a:t>Reprod’Action Santé</a:t>
            </a:r>
          </a:p>
        </p:txBody>
      </p:sp>
      <p:sp>
        <p:nvSpPr>
          <p:cNvPr name="TextBox 3" id="3"/>
          <p:cNvSpPr txBox="true"/>
          <p:nvPr/>
        </p:nvSpPr>
        <p:spPr>
          <a:xfrm rot="0">
            <a:off x="0" y="1301801"/>
            <a:ext cx="5328000" cy="919546"/>
          </a:xfrm>
          <a:prstGeom prst="rect">
            <a:avLst/>
          </a:prstGeom>
        </p:spPr>
        <p:txBody>
          <a:bodyPr anchor="t" rtlCol="false" tIns="0" lIns="0" bIns="0" rIns="0">
            <a:spAutoFit/>
          </a:bodyPr>
          <a:lstStyle/>
          <a:p>
            <a:pPr algn="ctr">
              <a:lnSpc>
                <a:spcPts val="1820"/>
              </a:lnSpc>
            </a:pPr>
            <a:r>
              <a:rPr lang="en-US" b="true" sz="1300">
                <a:solidFill>
                  <a:srgbClr val="FFFFFF"/>
                </a:solidFill>
                <a:latin typeface="Adam Script Bold"/>
                <a:ea typeface="Adam Script Bold"/>
                <a:cs typeface="Adam Script Bold"/>
                <a:sym typeface="Adam Script Bold"/>
              </a:rPr>
              <a:t>Merci de faire partie de cette belle chaîne de solidarité. Par votre présence, vous donnez de la force et de l’espoir à toutes celles qui se battent contre le cancer du sein. Ensemble, nous sommes plus forts.Votre ticket espoir est une lumière pour celles qui en ont beoin.</a:t>
            </a:r>
          </a:p>
        </p:txBody>
      </p:sp>
      <p:sp>
        <p:nvSpPr>
          <p:cNvPr name="TextBox 4" id="4"/>
          <p:cNvSpPr txBox="true"/>
          <p:nvPr/>
        </p:nvSpPr>
        <p:spPr>
          <a:xfrm rot="0">
            <a:off x="1928231" y="413838"/>
            <a:ext cx="1471538" cy="347729"/>
          </a:xfrm>
          <a:prstGeom prst="rect">
            <a:avLst/>
          </a:prstGeom>
        </p:spPr>
        <p:txBody>
          <a:bodyPr anchor="t" rtlCol="false" tIns="0" lIns="0" bIns="0" rIns="0">
            <a:spAutoFit/>
          </a:bodyPr>
          <a:lstStyle/>
          <a:p>
            <a:pPr algn="ctr">
              <a:lnSpc>
                <a:spcPts val="2883"/>
              </a:lnSpc>
              <a:spcBef>
                <a:spcPct val="0"/>
              </a:spcBef>
            </a:pPr>
            <a:r>
              <a:rPr lang="en-US" sz="2059" spc="144" u="sng">
                <a:solidFill>
                  <a:srgbClr val="FFFFFF"/>
                </a:solidFill>
                <a:latin typeface="Kingred Youth"/>
                <a:ea typeface="Kingred Youth"/>
                <a:cs typeface="Kingred Youth"/>
                <a:sym typeface="Kingred Youth"/>
              </a:rPr>
              <a:t>Ticket Espoir</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00000">
                <a:alpha val="100000"/>
              </a:srgbClr>
            </a:gs>
            <a:gs pos="100000">
              <a:srgbClr val="C89116">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0" y="1301040"/>
            <a:ext cx="5328000" cy="919546"/>
          </a:xfrm>
          <a:prstGeom prst="rect">
            <a:avLst/>
          </a:prstGeom>
        </p:spPr>
        <p:txBody>
          <a:bodyPr anchor="t" rtlCol="false" tIns="0" lIns="0" bIns="0" rIns="0">
            <a:spAutoFit/>
          </a:bodyPr>
          <a:lstStyle/>
          <a:p>
            <a:pPr algn="ctr">
              <a:lnSpc>
                <a:spcPts val="1820"/>
              </a:lnSpc>
            </a:pPr>
            <a:r>
              <a:rPr lang="en-US" sz="1300" b="true">
                <a:solidFill>
                  <a:srgbClr val="FFFFFF"/>
                </a:solidFill>
                <a:latin typeface="Adam Script Bold"/>
                <a:ea typeface="Adam Script Bold"/>
                <a:cs typeface="Adam Script Bold"/>
                <a:sym typeface="Adam Script Bold"/>
              </a:rPr>
              <a:t>Merci de faire partie de cette belle chaîne de solidarité. Par votre présence, vous donnez de la force et de l’espoir à toutes celles qui se battent contre le cancer du sein. Ensemble, nous sommes plus forts. Votre générosité a un cœur en or, merci.</a:t>
            </a:r>
          </a:p>
        </p:txBody>
      </p:sp>
      <p:sp>
        <p:nvSpPr>
          <p:cNvPr name="TextBox 3" id="3"/>
          <p:cNvSpPr txBox="true"/>
          <p:nvPr/>
        </p:nvSpPr>
        <p:spPr>
          <a:xfrm rot="0">
            <a:off x="2397040" y="2698795"/>
            <a:ext cx="2522223" cy="407769"/>
          </a:xfrm>
          <a:prstGeom prst="rect">
            <a:avLst/>
          </a:prstGeom>
        </p:spPr>
        <p:txBody>
          <a:bodyPr anchor="t" rtlCol="false" tIns="0" lIns="0" bIns="0" rIns="0">
            <a:spAutoFit/>
          </a:bodyPr>
          <a:lstStyle/>
          <a:p>
            <a:pPr algn="ctr">
              <a:lnSpc>
                <a:spcPts val="1679"/>
              </a:lnSpc>
            </a:pPr>
            <a:r>
              <a:rPr lang="en-US" sz="1200" spc="84">
                <a:solidFill>
                  <a:srgbClr val="FFFFFF"/>
                </a:solidFill>
                <a:latin typeface="Halimum"/>
                <a:ea typeface="Halimum"/>
                <a:cs typeface="Halimum"/>
                <a:sym typeface="Halimum"/>
              </a:rPr>
              <a:t>Reprod’Action Santé</a:t>
            </a:r>
          </a:p>
          <a:p>
            <a:pPr algn="ctr">
              <a:lnSpc>
                <a:spcPts val="1679"/>
              </a:lnSpc>
            </a:pPr>
          </a:p>
        </p:txBody>
      </p:sp>
      <p:sp>
        <p:nvSpPr>
          <p:cNvPr name="TextBox 4" id="4"/>
          <p:cNvSpPr txBox="true"/>
          <p:nvPr/>
        </p:nvSpPr>
        <p:spPr>
          <a:xfrm rot="0">
            <a:off x="1669849" y="468150"/>
            <a:ext cx="1988302" cy="373731"/>
          </a:xfrm>
          <a:prstGeom prst="rect">
            <a:avLst/>
          </a:prstGeom>
        </p:spPr>
        <p:txBody>
          <a:bodyPr anchor="t" rtlCol="false" tIns="0" lIns="0" bIns="0" rIns="0">
            <a:spAutoFit/>
          </a:bodyPr>
          <a:lstStyle/>
          <a:p>
            <a:pPr algn="ctr">
              <a:lnSpc>
                <a:spcPts val="3023"/>
              </a:lnSpc>
              <a:spcBef>
                <a:spcPct val="0"/>
              </a:spcBef>
            </a:pPr>
            <a:r>
              <a:rPr lang="en-US" sz="2159" spc="151" u="sng">
                <a:solidFill>
                  <a:srgbClr val="FFFFFF"/>
                </a:solidFill>
                <a:latin typeface="Kingred Youth"/>
                <a:ea typeface="Kingred Youth"/>
                <a:cs typeface="Kingred Youth"/>
                <a:sym typeface="Kingred Youth"/>
              </a:rPr>
              <a:t>Tick</a:t>
            </a:r>
            <a:r>
              <a:rPr lang="en-US" sz="2159" spc="151" u="sng">
                <a:solidFill>
                  <a:srgbClr val="FFFFFF"/>
                </a:solidFill>
                <a:latin typeface="Kingred Youth"/>
                <a:ea typeface="Kingred Youth"/>
                <a:cs typeface="Kingred Youth"/>
                <a:sym typeface="Kingred Youth"/>
              </a:rPr>
              <a:t>et Cœur d’Or</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731919">
                <a:alpha val="100000"/>
              </a:srgbClr>
            </a:gs>
            <a:gs pos="100000">
              <a:srgbClr val="E52B2B">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0" y="1156670"/>
            <a:ext cx="5328000" cy="1148162"/>
          </a:xfrm>
          <a:prstGeom prst="rect">
            <a:avLst/>
          </a:prstGeom>
        </p:spPr>
        <p:txBody>
          <a:bodyPr anchor="t" rtlCol="false" tIns="0" lIns="0" bIns="0" rIns="0">
            <a:spAutoFit/>
          </a:bodyPr>
          <a:lstStyle/>
          <a:p>
            <a:pPr algn="ctr">
              <a:lnSpc>
                <a:spcPts val="1820"/>
              </a:lnSpc>
            </a:pPr>
            <a:r>
              <a:rPr lang="en-US" sz="1300" b="true">
                <a:solidFill>
                  <a:srgbClr val="FFFFFF"/>
                </a:solidFill>
                <a:latin typeface="Adam Script Bold"/>
                <a:ea typeface="Adam Script Bold"/>
                <a:cs typeface="Adam Script Bold"/>
                <a:sym typeface="Adam Script Bold"/>
              </a:rPr>
              <a:t>Merci de faire partie de cette belle chaîne de solidarité. Par votre présence, vous donnez de la force et de l’espoir à toutes celles qui se battent contre le cancer du sein. Ensemble, nous sommes plus forts. Merci de porter cette cause avec nous, vous faites rayonner la solidarité bien au-delà de cette soirée. Tous les héros ne portent pas de cape.</a:t>
            </a:r>
          </a:p>
        </p:txBody>
      </p:sp>
      <p:sp>
        <p:nvSpPr>
          <p:cNvPr name="TextBox 3" id="3"/>
          <p:cNvSpPr txBox="true"/>
          <p:nvPr/>
        </p:nvSpPr>
        <p:spPr>
          <a:xfrm rot="0">
            <a:off x="2427777" y="2680310"/>
            <a:ext cx="2522223" cy="407769"/>
          </a:xfrm>
          <a:prstGeom prst="rect">
            <a:avLst/>
          </a:prstGeom>
        </p:spPr>
        <p:txBody>
          <a:bodyPr anchor="t" rtlCol="false" tIns="0" lIns="0" bIns="0" rIns="0">
            <a:spAutoFit/>
          </a:bodyPr>
          <a:lstStyle/>
          <a:p>
            <a:pPr algn="ctr">
              <a:lnSpc>
                <a:spcPts val="1679"/>
              </a:lnSpc>
            </a:pPr>
            <a:r>
              <a:rPr lang="en-US" sz="1200" spc="84">
                <a:solidFill>
                  <a:srgbClr val="FFFFFF"/>
                </a:solidFill>
                <a:latin typeface="Halimum"/>
                <a:ea typeface="Halimum"/>
                <a:cs typeface="Halimum"/>
                <a:sym typeface="Halimum"/>
              </a:rPr>
              <a:t>Reprod’Action Santé</a:t>
            </a:r>
          </a:p>
          <a:p>
            <a:pPr algn="ctr">
              <a:lnSpc>
                <a:spcPts val="1679"/>
              </a:lnSpc>
            </a:pPr>
          </a:p>
        </p:txBody>
      </p:sp>
      <p:sp>
        <p:nvSpPr>
          <p:cNvPr name="TextBox 4" id="4"/>
          <p:cNvSpPr txBox="true"/>
          <p:nvPr/>
        </p:nvSpPr>
        <p:spPr>
          <a:xfrm rot="0">
            <a:off x="1652434" y="426511"/>
            <a:ext cx="2023132" cy="373731"/>
          </a:xfrm>
          <a:prstGeom prst="rect">
            <a:avLst/>
          </a:prstGeom>
        </p:spPr>
        <p:txBody>
          <a:bodyPr anchor="t" rtlCol="false" tIns="0" lIns="0" bIns="0" rIns="0">
            <a:spAutoFit/>
          </a:bodyPr>
          <a:lstStyle/>
          <a:p>
            <a:pPr algn="ctr">
              <a:lnSpc>
                <a:spcPts val="3023"/>
              </a:lnSpc>
              <a:spcBef>
                <a:spcPct val="0"/>
              </a:spcBef>
            </a:pPr>
            <a:r>
              <a:rPr lang="en-US" sz="2159" spc="151" u="sng">
                <a:solidFill>
                  <a:srgbClr val="FFFFFF"/>
                </a:solidFill>
                <a:latin typeface="Kingred Youth"/>
                <a:ea typeface="Kingred Youth"/>
                <a:cs typeface="Kingred Youth"/>
                <a:sym typeface="Kingred Youth"/>
              </a:rPr>
              <a:t>Ticket Partenaire</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000000">
                <a:alpha val="100000"/>
              </a:srgbClr>
            </a:gs>
            <a:gs pos="100000">
              <a:srgbClr val="737373">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0" y="1090118"/>
            <a:ext cx="5328000" cy="1148162"/>
          </a:xfrm>
          <a:prstGeom prst="rect">
            <a:avLst/>
          </a:prstGeom>
        </p:spPr>
        <p:txBody>
          <a:bodyPr anchor="t" rtlCol="false" tIns="0" lIns="0" bIns="0" rIns="0">
            <a:spAutoFit/>
          </a:bodyPr>
          <a:lstStyle/>
          <a:p>
            <a:pPr algn="ctr">
              <a:lnSpc>
                <a:spcPts val="1820"/>
              </a:lnSpc>
            </a:pPr>
            <a:r>
              <a:rPr lang="en-US" sz="1300" b="true">
                <a:solidFill>
                  <a:srgbClr val="FFFFFF"/>
                </a:solidFill>
                <a:latin typeface="Adam Script Bold"/>
                <a:ea typeface="Adam Script Bold"/>
                <a:cs typeface="Adam Script Bold"/>
                <a:sym typeface="Adam Script Bold"/>
              </a:rPr>
              <a:t>Merci de faire partie de cette belle chaîne de solidarité. Par votre présence, vous donnez de la force et de l’espoir à toutes celles qui se battent contre le cancer du sein. Ensemble, nous sommes plus forts. Marraine et Parrain de coeur, vous êtes le visage de notre engagement. Merci de porter cette cause avec nous, et de lui donner tant d’élan.</a:t>
            </a:r>
          </a:p>
        </p:txBody>
      </p:sp>
      <p:sp>
        <p:nvSpPr>
          <p:cNvPr name="TextBox 3" id="3"/>
          <p:cNvSpPr txBox="true"/>
          <p:nvPr/>
        </p:nvSpPr>
        <p:spPr>
          <a:xfrm rot="0">
            <a:off x="2427777" y="2643342"/>
            <a:ext cx="2522223" cy="407769"/>
          </a:xfrm>
          <a:prstGeom prst="rect">
            <a:avLst/>
          </a:prstGeom>
        </p:spPr>
        <p:txBody>
          <a:bodyPr anchor="t" rtlCol="false" tIns="0" lIns="0" bIns="0" rIns="0">
            <a:spAutoFit/>
          </a:bodyPr>
          <a:lstStyle/>
          <a:p>
            <a:pPr algn="ctr">
              <a:lnSpc>
                <a:spcPts val="1679"/>
              </a:lnSpc>
            </a:pPr>
            <a:r>
              <a:rPr lang="en-US" sz="1200" spc="84">
                <a:solidFill>
                  <a:srgbClr val="FFFFFF"/>
                </a:solidFill>
                <a:latin typeface="Halimum"/>
                <a:ea typeface="Halimum"/>
                <a:cs typeface="Halimum"/>
                <a:sym typeface="Halimum"/>
              </a:rPr>
              <a:t>Reprod’Action Santé</a:t>
            </a:r>
          </a:p>
          <a:p>
            <a:pPr algn="ctr">
              <a:lnSpc>
                <a:spcPts val="1679"/>
              </a:lnSpc>
            </a:pPr>
          </a:p>
        </p:txBody>
      </p:sp>
      <p:sp>
        <p:nvSpPr>
          <p:cNvPr name="TextBox 4" id="4"/>
          <p:cNvSpPr txBox="true"/>
          <p:nvPr/>
        </p:nvSpPr>
        <p:spPr>
          <a:xfrm rot="0">
            <a:off x="1169363" y="330375"/>
            <a:ext cx="2989275" cy="373731"/>
          </a:xfrm>
          <a:prstGeom prst="rect">
            <a:avLst/>
          </a:prstGeom>
        </p:spPr>
        <p:txBody>
          <a:bodyPr anchor="t" rtlCol="false" tIns="0" lIns="0" bIns="0" rIns="0">
            <a:spAutoFit/>
          </a:bodyPr>
          <a:lstStyle/>
          <a:p>
            <a:pPr algn="ctr">
              <a:lnSpc>
                <a:spcPts val="3023"/>
              </a:lnSpc>
              <a:spcBef>
                <a:spcPct val="0"/>
              </a:spcBef>
            </a:pPr>
            <a:r>
              <a:rPr lang="en-US" sz="2159" spc="151" u="sng">
                <a:solidFill>
                  <a:srgbClr val="FFFFFF"/>
                </a:solidFill>
                <a:latin typeface="Kingred Youth"/>
                <a:ea typeface="Kingred Youth"/>
                <a:cs typeface="Kingred Youth"/>
                <a:sym typeface="Kingred Youth"/>
              </a:rPr>
              <a:t>Ticket Marraine/Parrain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DAHY1J2IbG8</dc:identifier>
  <dcterms:modified xsi:type="dcterms:W3CDTF">2011-08-01T06:04:30Z</dcterms:modified>
  <cp:revision>1</cp:revision>
  <dc:title>Carte de remerciement</dc:title>
</cp:coreProperties>
</file>